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Manutenção Preditiva: Motor Elétrico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D6E0"/>
                </a:solidFill>
              </a:defRPr>
            </a:pPr>
            <a:r>
              <a:t>Prévia técnica e proposta de projeto  |  SENAI SC  |  Processo Seletivo 02485/2026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O que este projeto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Um modelo que identifica o estado operacional do motor a partir dos sensores já instalados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Um sistema que avisa quando não tem confiança suficiente, em vez de arriscar um palpite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Uma arquitetura completa (API + banco de dados + dashboard) já prototipada e testada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Um cronograma de 9 meses até o piloto validado em produção, com riscos mapeados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 auditoria de dados encontrou problemas reais, e os tratamos</a:t>
            </a:r>
          </a:p>
        </p:txBody>
      </p:sp>
      <p:pic>
        <p:nvPicPr>
          <p:cNvPr id="3" name="Picture 2" descr="sensor_audi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34" y="1005840"/>
            <a:ext cx="820822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A4A4A"/>
                </a:solidFill>
              </a:defRPr>
            </a:pPr>
            <a:r>
              <a:t>2 dos 5 sensores fornecidos foram excluídos com teste estatístico antes de qualquer modelo ser treinado.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O resultado é real, não sorte nem vazamento de dados</a:t>
            </a:r>
          </a:p>
        </p:txBody>
      </p:sp>
      <p:pic>
        <p:nvPicPr>
          <p:cNvPr id="3" name="Picture 2" descr="sanity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53" y="1005840"/>
            <a:ext cx="779158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4A4A4A"/>
                </a:solidFill>
              </a:defRPr>
            </a:pPr>
            <a:r>
              <a:t>Controles de sanidade (rótulos embaralhados, sensor de ruído isolado) caem para o nível do acaso, como deveriam.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Resultado da prévia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F1-macro em teste (nunca visto): 96.2%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Erro de calibração esperado (ECE): 0.006 (as probabilidades reportadas são confiáveis)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Cobertura de predição conformal: 89.4% (alvo: 90%)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O sistema já sabe dizer 'não tenho certeza' em vez de sempre arriscar uma resposta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Matriz de confusão: onde o modelo acerta e onde hesita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874" y="1005840"/>
            <a:ext cx="487794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Arquitetura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4A4A"/>
                </a:solidFill>
              </a:defRPr>
            </a:pPr>
            <a:r>
              <a:t>Detalhes completos em docs/03_arquitetura.md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Auditoria de dados -&gt; limpeza -&gt; engenharia de features -&gt; modelo interpretável -&gt; predição com incerteza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API de inferência + banco de dados de predições/auditoria/drift + dashboard para o time de manutenção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O banco de dados de vocês continua sendo a fonte da verdade: não duplicamos o histórico bruto de sensores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Cronograma proposto: 9 meses até o piloto validado</a:t>
            </a:r>
          </a:p>
        </p:txBody>
      </p:sp>
      <p:pic>
        <p:nvPicPr>
          <p:cNvPr id="3" name="Picture 2" descr="gant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65" y="1005840"/>
            <a:ext cx="1175156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5F"/>
                </a:solidFill>
              </a:defRPr>
            </a:pPr>
            <a:r>
              <a:t>Riscos mapeados: e a maioria já mitigada em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Dados insuficientes ou requisitos não definidos a tempo -&gt; track de pesquisa com datasets públicos em paralelo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Sensores em falha em produção -&gt; auditoria automática re-executa a cada novo lote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Modelo desatualizando com o tempo -&gt; monitoramento de drift já implementado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Resistência de adoção pelo time de manutenção -&gt; explicabilidade por predição, não caixa-preta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Reunião de kick-off com automação, manutenção e TI (Fase 0, mês 1)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Definição conjunta da semântica de cada estado/classe da máquina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Acesso de leitura ao banco de dados já existente</a:t>
            </a:r>
          </a:p>
          <a:p>
            <a:pPr>
              <a:spcAft>
                <a:spcPts val="1000"/>
              </a:spcAft>
              <a:defRPr sz="1800">
                <a:solidFill>
                  <a:srgbClr val="4A4A4A"/>
                </a:solidFill>
              </a:defRPr>
            </a:pPr>
            <a:r>
              <a:t>•  Aprovação da proposta e início da Fase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